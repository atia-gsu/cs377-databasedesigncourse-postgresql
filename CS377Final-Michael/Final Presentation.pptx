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9ab0790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9ab0790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a9ab0790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a9ab0790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a9ab0790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a9ab0790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9ab0790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a9ab0790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9ab0790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a9ab0790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9ab0790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a9ab0790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a9ab0790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a9ab0790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9ab0790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a9ab0790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michaelcummins1/CS377Final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ComicDB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5"/>
            <a:ext cx="7801500" cy="10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 Cummins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377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https://github.com/michaelcummins1/CS377Final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7526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5750" y="2533650"/>
            <a:ext cx="1688253" cy="260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Comic Books?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 collect comic books</a:t>
            </a:r>
            <a:endParaRPr sz="2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Good fit for various database relationships</a:t>
            </a:r>
            <a:endParaRPr sz="23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One to Many: Publisher to Issues, Publisher to Series, Story Arc to Issues, Creator to Character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Many to Many: Creator to Issues, Characters to Issues</a:t>
            </a:r>
            <a:endParaRPr sz="1900"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8936" y="0"/>
            <a:ext cx="1665064" cy="25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Schema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</a:t>
            </a:r>
            <a:r>
              <a:rPr lang="en"/>
              <a:t>ublisher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publisher_id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series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series_id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publisher_id → publisher(publisher_id)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creator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creator_id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issue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issue_id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s</a:t>
            </a:r>
            <a:r>
              <a:rPr lang="en"/>
              <a:t>e</a:t>
            </a:r>
            <a:r>
              <a:rPr lang="en"/>
              <a:t>ries_id → series(series_id)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character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character_id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publisher_id → publisher(publisher_id)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story_arc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arc_id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publisher_id → publisher(publisher_id)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issue_creator (bridge table)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(issue_id, creator_id, role) — composite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issue_id → issue(issue_id)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creator_id → creator(creator_id)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issue_character (bridge table)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(issue_id, character_id) — composite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issue_id → issue(issue_id)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character_id → character(character_id)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issue_story_arc (bridge table)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PK: (issue_id, arc_id) — composite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issue_id → issue(issue_id)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FK: arc_id → story_arc(arc_id)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7177" y="3582975"/>
            <a:ext cx="1026825" cy="15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ERD Diagram</a:t>
            </a:r>
            <a:endParaRPr/>
          </a:p>
        </p:txBody>
      </p:sp>
      <p:pic>
        <p:nvPicPr>
          <p:cNvPr id="83" name="Google Shape;83;p16" title="comicdb_erd.pge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1852" y="344675"/>
            <a:ext cx="4520299" cy="4454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5501" y="2"/>
            <a:ext cx="1198500" cy="18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Procedures and Functions Overview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(called with SELECT * FROM ...)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get_issues_by_publisher — Returns all issues for a given publisher </a:t>
            </a:r>
            <a:r>
              <a:rPr lang="en">
                <a:solidFill>
                  <a:schemeClr val="accent4"/>
                </a:solidFill>
              </a:rPr>
              <a:t>(New Feature - LOWER())</a:t>
            </a:r>
            <a:endParaRPr>
              <a:solidFill>
                <a:schemeClr val="accent4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get_creator_credits — Returns all issues a creator worked on and their role </a:t>
            </a:r>
            <a:r>
              <a:rPr lang="en">
                <a:solidFill>
                  <a:schemeClr val="accent4"/>
                </a:solidFill>
              </a:rPr>
              <a:t>(New Feature - LOWER())</a:t>
            </a:r>
            <a:endParaRPr>
              <a:solidFill>
                <a:schemeClr val="accent4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search_characters_by_name — Searches characters by partial name with string analysis </a:t>
            </a:r>
            <a:r>
              <a:rPr lang="en">
                <a:solidFill>
                  <a:schemeClr val="accent4"/>
                </a:solidFill>
              </a:rPr>
              <a:t>(New Feature - LOWER())</a:t>
            </a:r>
            <a:endParaRPr>
              <a:solidFill>
                <a:schemeClr val="accent4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get_story_arc_issues — Returns all issues in a story arc with creator credits </a:t>
            </a:r>
            <a:r>
              <a:rPr lang="en">
                <a:solidFill>
                  <a:schemeClr val="accent4"/>
                </a:solidFill>
              </a:rPr>
              <a:t>(New Feature - LOWER())</a:t>
            </a:r>
            <a:endParaRPr>
              <a:solidFill>
                <a:schemeClr val="accent4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summarize_publisher_stats — Statistical overview of every publisher with grand total </a:t>
            </a:r>
            <a:r>
              <a:rPr lang="en">
                <a:solidFill>
                  <a:schemeClr val="accent4"/>
                </a:solidFill>
              </a:rPr>
              <a:t>(New Feature - ROUND())</a:t>
            </a:r>
            <a:endParaRPr>
              <a:solidFill>
                <a:schemeClr val="accent4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get_issues_with_character_count — Returns issues featuring at least N characters 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get_creator_string_analysis — String function breakdown on creator last names </a:t>
            </a:r>
            <a:r>
              <a:rPr lang="en">
                <a:solidFill>
                  <a:schemeClr val="accent4"/>
                </a:solidFill>
              </a:rPr>
              <a:t>(New Feature - LOWER())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get_issue_rankings — Ranks issues by cover price within each series using window functions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get_genre_cross_publisher — Shows which publishers cover which genres</a:t>
            </a:r>
            <a:endParaRPr/>
          </a:p>
        </p:txBody>
      </p:sp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48324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Procedures (called with CALL ...)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add_issue — Inserts a new issue into an existing series </a:t>
            </a:r>
            <a:r>
              <a:rPr lang="en">
                <a:solidFill>
                  <a:schemeClr val="accent4"/>
                </a:solidFill>
              </a:rPr>
              <a:t>(New Feature - RAISE EXCEPTION/NOTICE)</a:t>
            </a:r>
            <a:endParaRPr>
              <a:solidFill>
                <a:schemeClr val="accent4"/>
              </a:solidFill>
            </a:endParaRPr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update_series_end_year — Marks an ongoing series as ended </a:t>
            </a:r>
            <a:r>
              <a:rPr lang="en">
                <a:solidFill>
                  <a:schemeClr val="accent4"/>
                </a:solidFill>
              </a:rPr>
              <a:t>(New Feature - RAISE EXCEPTION/NOTICE and LOWER())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delete_creator_credits — Removes all credits for a given creator </a:t>
            </a:r>
            <a:r>
              <a:rPr lang="en">
                <a:solidFill>
                  <a:schemeClr val="accent4"/>
                </a:solidFill>
              </a:rPr>
              <a:t>(New Feature - GET DIAGNOSTICS)</a:t>
            </a:r>
            <a:endParaRPr>
              <a:solidFill>
                <a:schemeClr val="accent4"/>
              </a:solidFill>
            </a:endParaRPr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transfer_series_to_publisher — Bulk moves all series from one publisher to another </a:t>
            </a:r>
            <a:r>
              <a:rPr lang="en">
                <a:solidFill>
                  <a:schemeClr val="accent4"/>
                </a:solidFill>
              </a:rPr>
              <a:t>(New Feature - RAISE EXCEPTION/NOTICE)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Views (called with SELECT * FROM ...)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v_publisher_series_summary — Reusable view of series and issue counts per publisher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v_character_appearance_summary — Reusable view of total appearances per character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9352" y="12986"/>
            <a:ext cx="934651" cy="14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Query Walkthrough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957175"/>
            <a:ext cx="5421600" cy="3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get_genre_cross_publisher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 Join selects every unique genre that exists in the series table and pairs every publisher with every genre, whether or not it actually exists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Left Join matches each pair to an existing series in the database (keeps it if it exists, marks it NULL if it does not exist)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counts how many exist, groups by publisher and count descending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6095550" y="121650"/>
            <a:ext cx="2871300" cy="4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CREATE OR REPLACE FUNCTION get_genre_cross_publisher()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RETURNS TABLE (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publisher    VARCHAR,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genre        VARCHAR,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series_count BIGINT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)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LANGUAGE plpgsql AS $$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BEGIN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RETURN QUERY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SELECT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    p.name AS publisher,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    genre_list.genre,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    COUNT(s.series_id) AS series_count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FROM publisher p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CROSS JOIN (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    SELECT DISTINCT s2.genre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    FROM series s2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    WHERE s2.genre IS NOT NULL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) AS genre_list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LEFT JOIN series s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       ON s.publisher_id = p.publisher_id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      AND s.genre = genre_list.genre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GROUP BY p.name, genre_list.genre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HAVING COUNT(s.series_id) &gt; 0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        ORDER BY p.name, series_count DESC;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END;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23">
                <a:solidFill>
                  <a:schemeClr val="dk1"/>
                </a:solidFill>
              </a:rPr>
              <a:t>$$;</a:t>
            </a:r>
            <a:endParaRPr sz="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25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Query Walkthrough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957175"/>
            <a:ext cx="5421600" cy="3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get_genre_cross_publisher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750" y="534677"/>
            <a:ext cx="5337101" cy="407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" y="1920050"/>
            <a:ext cx="2005101" cy="3016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Takeaways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Gathering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 Configurations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SMALLINT Casting difficulties (update_series_end_year)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Pre-planning is </a:t>
            </a:r>
            <a:r>
              <a:rPr lang="en"/>
              <a:t>extremely</a:t>
            </a:r>
            <a:r>
              <a:rPr lang="en"/>
              <a:t> important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table structure = simpler queries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more saved procedures, functions, and views the better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