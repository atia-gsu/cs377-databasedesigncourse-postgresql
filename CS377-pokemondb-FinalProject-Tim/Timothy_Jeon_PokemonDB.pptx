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fc6ea55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fc6ea55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ff0eab1c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ff0eab1c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fc6ea550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fc6ea550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fc6ea550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fc6ea550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fc6ea5504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fc6ea5504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ff0eab1c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ff0eab1c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ff0eab1c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ff0eab1c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18.png"/><Relationship Id="rId6" Type="http://schemas.openxmlformats.org/officeDocument/2006/relationships/image" Target="../media/image12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7d038f57cd08527a753351a5e0338b3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05025" y="1603500"/>
            <a:ext cx="4733925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e0663eb34d76f99983e1e1e6ceae2d9d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7550" y="2973625"/>
            <a:ext cx="2408875" cy="4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pokemondb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774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Database containing information of every Pokémon card in existence including its market price.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Some general uses: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328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Find which cards are the most expensive or affordable.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How many cards are in each set.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3432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●"/>
            </a:pP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Which artist has the most expensive cards.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647725"/>
            <a:ext cx="1031851" cy="144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43546" y="3595963"/>
            <a:ext cx="1111153" cy="1544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4700" y="3593436"/>
            <a:ext cx="1111149" cy="154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7449" y="3592752"/>
            <a:ext cx="1111150" cy="15510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28600" y="3687900"/>
            <a:ext cx="1360774" cy="136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/>
          </a:p>
        </p:txBody>
      </p:sp>
      <p:pic>
        <p:nvPicPr>
          <p:cNvPr id="72" name="Google Shape;72;p15" title="Screenshot 2026-05-09 at 9.20.39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48475"/>
            <a:ext cx="6970952" cy="336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Tables</a:t>
            </a:r>
            <a:endParaRPr/>
          </a:p>
        </p:txBody>
      </p:sp>
      <p:pic>
        <p:nvPicPr>
          <p:cNvPr id="78" name="Google Shape;78;p16" title="Screenshot 2026-05-09 at 8.55.57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17725"/>
            <a:ext cx="4180051" cy="37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ERD.png"/>
          <p:cNvPicPr preferRelativeResize="0"/>
          <p:nvPr/>
        </p:nvPicPr>
        <p:blipFill rotWithShape="1">
          <a:blip r:embed="rId5">
            <a:alphaModFix/>
          </a:blip>
          <a:srcRect b="0" l="0" r="34709" t="0"/>
          <a:stretch/>
        </p:blipFill>
        <p:spPr>
          <a:xfrm>
            <a:off x="4777150" y="1001138"/>
            <a:ext cx="4103050" cy="37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Queries</a:t>
            </a:r>
            <a:endParaRPr/>
          </a:p>
        </p:txBody>
      </p:sp>
      <p:pic>
        <p:nvPicPr>
          <p:cNvPr id="85" name="Google Shape;85;p17" title="Screenshot 2026-05-09 at 9.42.03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081978"/>
            <a:ext cx="4051950" cy="36281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 title="Screenshot 2026-05-09 at 9.42.53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985575"/>
            <a:ext cx="3808630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Queries con.</a:t>
            </a:r>
            <a:endParaRPr/>
          </a:p>
        </p:txBody>
      </p:sp>
      <p:pic>
        <p:nvPicPr>
          <p:cNvPr id="92" name="Google Shape;92;p18" title="Screenshot 2026-05-09 at 9.46.4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47703"/>
            <a:ext cx="4749350" cy="33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Screenshot 2026-05-09 at 9.48.25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62625" y="888650"/>
            <a:ext cx="2662039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249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Queries con.</a:t>
            </a:r>
            <a:endParaRPr/>
          </a:p>
        </p:txBody>
      </p:sp>
      <p:pic>
        <p:nvPicPr>
          <p:cNvPr id="99" name="Google Shape;99;p19" title="Screenshot 2026-05-09 at 9.55.18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742300"/>
            <a:ext cx="8106426" cy="21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 title="Screenshot 2026-05-09 at 9.55.57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7" y="2876100"/>
            <a:ext cx="4428527" cy="218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68625" y="3026675"/>
            <a:ext cx="1352224" cy="18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9200" y="3026675"/>
            <a:ext cx="1352224" cy="188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1822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5120">
                <a:latin typeface="Courier New"/>
                <a:ea typeface="Courier New"/>
                <a:cs typeface="Courier New"/>
                <a:sym typeface="Courier New"/>
              </a:rPr>
              <a:t>Questions?</a:t>
            </a:r>
            <a:endParaRPr sz="51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